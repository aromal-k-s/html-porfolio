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 /><Relationship Id="rId7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theme" Target="theme/theme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6FC159-B521-4947-8119-9F7D7B47E19B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488B15-2E36-404F-8B7B-B54861B02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284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 /><Relationship Id="rId2" Type="http://schemas.openxmlformats.org/officeDocument/2006/relationships/video" Target="../media/media1.mp4" /><Relationship Id="rId1" Type="http://schemas.microsoft.com/office/2007/relationships/media" Target="../media/media1.mp4" /><Relationship Id="rId5" Type="http://schemas.openxmlformats.org/officeDocument/2006/relationships/image" Target="../media/image1.png" /><Relationship Id="rId4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86"/>
            <a:ext cx="12191695" cy="68578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Aromal Ks</cp:lastModifiedBy>
  <cp:revision>2</cp:revision>
  <dcterms:created xsi:type="dcterms:W3CDTF">2026-08-19T12:01:53Z</dcterms:created>
  <dcterms:modified xsi:type="dcterms:W3CDTF">2026-08-21T07:34:05Z</dcterms:modified>
</cp:coreProperties>
</file>